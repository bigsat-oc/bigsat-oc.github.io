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43891200" cx="3291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VYmsnLN7SVf1meDSKQZf5XqQ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2646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2646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468882" y="7183125"/>
            <a:ext cx="27980700" cy="1528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50" spcFirstLastPara="1" rIns="91450" wrap="square" tIns="457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98"/>
              <a:buFont typeface="Calibri"/>
              <a:buNone/>
              <a:defRPr sz="2159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114802" y="23053050"/>
            <a:ext cx="24688800" cy="10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lvl="0" algn="ctr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8639"/>
              <a:buNone/>
              <a:defRPr sz="8639"/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199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79"/>
              <a:buNone/>
              <a:defRPr sz="6479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sz="5759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sz="5759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sz="5759"/>
            </a:lvl6pPr>
            <a:lvl7pPr lvl="6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sz="5759"/>
            </a:lvl7pPr>
            <a:lvl8pPr lvl="7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sz="5759"/>
            </a:lvl8pPr>
            <a:lvl9pPr lvl="8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sz="5759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2263141" y="2336810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sz="1583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263141" y="11684003"/>
            <a:ext cx="28392000" cy="27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34294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10079"/>
            </a:lvl1pPr>
            <a:lvl2pPr indent="-34294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8639"/>
            </a:lvl2pPr>
            <a:lvl3pPr indent="-34294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7199"/>
            </a:lvl3pPr>
            <a:lvl4pPr indent="-34294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4pPr>
            <a:lvl5pPr indent="-342939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5pPr>
            <a:lvl6pPr indent="-342939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6pPr>
            <a:lvl7pPr indent="-342939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7pPr>
            <a:lvl8pPr indent="-342939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8pPr>
            <a:lvl9pPr indent="-342939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245998" y="10942336"/>
            <a:ext cx="28392000" cy="182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50" spcFirstLastPara="1" rIns="91450" wrap="square" tIns="457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98"/>
              <a:buFont typeface="Calibri"/>
              <a:buNone/>
              <a:defRPr sz="2159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245998" y="29372581"/>
            <a:ext cx="283920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8639"/>
              <a:buNone/>
              <a:defRPr sz="8639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  <a:defRPr sz="7199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6479"/>
              <a:buNone/>
              <a:defRPr sz="647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59"/>
              <a:buNone/>
              <a:defRPr sz="575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59"/>
              <a:buNone/>
              <a:defRPr sz="575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59"/>
              <a:buNone/>
              <a:defRPr sz="575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59"/>
              <a:buNone/>
              <a:defRPr sz="575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59"/>
              <a:buNone/>
              <a:defRPr sz="575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59"/>
              <a:buNone/>
              <a:defRPr sz="575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2263141" y="2336810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sz="1583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2263141" y="11684003"/>
            <a:ext cx="13990200" cy="27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34294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10079"/>
            </a:lvl1pPr>
            <a:lvl2pPr indent="-34294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8639"/>
            </a:lvl2pPr>
            <a:lvl3pPr indent="-34294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7199"/>
            </a:lvl3pPr>
            <a:lvl4pPr indent="-34294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4pPr>
            <a:lvl5pPr indent="-342939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5pPr>
            <a:lvl6pPr indent="-342939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6pPr>
            <a:lvl7pPr indent="-342939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7pPr>
            <a:lvl8pPr indent="-342939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8pPr>
            <a:lvl9pPr indent="-342939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16664946" y="11684003"/>
            <a:ext cx="13990200" cy="27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34294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10079"/>
            </a:lvl1pPr>
            <a:lvl2pPr indent="-34294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8639"/>
            </a:lvl2pPr>
            <a:lvl3pPr indent="-34294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7199"/>
            </a:lvl3pPr>
            <a:lvl4pPr indent="-34294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4pPr>
            <a:lvl5pPr indent="-342939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5pPr>
            <a:lvl6pPr indent="-342939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6pPr>
            <a:lvl7pPr indent="-342939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7pPr>
            <a:lvl8pPr indent="-342939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8pPr>
            <a:lvl9pPr indent="-342939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267429" y="2336810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sz="1583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2267432" y="10759447"/>
            <a:ext cx="13926000" cy="52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50" spcFirstLastPara="1" rIns="91450" wrap="square" tIns="457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8639"/>
              <a:buNone/>
              <a:defRPr b="1" sz="8639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199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79"/>
              <a:buNone/>
              <a:defRPr b="1" sz="6479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2267432" y="16032485"/>
            <a:ext cx="13926000" cy="235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34294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10079"/>
            </a:lvl1pPr>
            <a:lvl2pPr indent="-34294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8639"/>
            </a:lvl2pPr>
            <a:lvl3pPr indent="-34294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7199"/>
            </a:lvl3pPr>
            <a:lvl4pPr indent="-34294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4pPr>
            <a:lvl5pPr indent="-342939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5pPr>
            <a:lvl6pPr indent="-342939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6pPr>
            <a:lvl7pPr indent="-342939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7pPr>
            <a:lvl8pPr indent="-342939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8pPr>
            <a:lvl9pPr indent="-342939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6664948" y="10759447"/>
            <a:ext cx="13994700" cy="52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50" spcFirstLastPara="1" rIns="91450" wrap="square" tIns="457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8639"/>
              <a:buNone/>
              <a:defRPr b="1" sz="8639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199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79"/>
              <a:buNone/>
              <a:defRPr b="1" sz="6479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b="1" sz="5759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6664948" y="16032485"/>
            <a:ext cx="13994700" cy="235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34294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10079"/>
            </a:lvl1pPr>
            <a:lvl2pPr indent="-34294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8639"/>
            </a:lvl2pPr>
            <a:lvl3pPr indent="-34294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7199"/>
            </a:lvl3pPr>
            <a:lvl4pPr indent="-34294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4pPr>
            <a:lvl5pPr indent="-342939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5pPr>
            <a:lvl6pPr indent="-342939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6pPr>
            <a:lvl7pPr indent="-342939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7pPr>
            <a:lvl8pPr indent="-342939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8pPr>
            <a:lvl9pPr indent="-342939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2263141" y="2336810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sz="1583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67428" y="2926081"/>
            <a:ext cx="10617000" cy="10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50" spcFirstLastPara="1" rIns="91450" wrap="square" tIns="457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19"/>
              <a:buFont typeface="Calibri"/>
              <a:buNone/>
              <a:defRPr sz="1151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3994613" y="6319532"/>
            <a:ext cx="16665000" cy="3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960058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11519"/>
              <a:buChar char="•"/>
              <a:defRPr sz="11519"/>
            </a:lvl1pPr>
            <a:lvl2pPr indent="-86865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 sz="10079"/>
            </a:lvl2pPr>
            <a:lvl3pPr indent="-777177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639"/>
              <a:buChar char="•"/>
              <a:defRPr sz="8639"/>
            </a:lvl3pPr>
            <a:lvl4pPr indent="-685769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199"/>
            </a:lvl4pPr>
            <a:lvl5pPr indent="-685769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199"/>
            </a:lvl5pPr>
            <a:lvl6pPr indent="-685769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199"/>
            </a:lvl6pPr>
            <a:lvl7pPr indent="-685769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199"/>
            </a:lvl7pPr>
            <a:lvl8pPr indent="-685769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199"/>
            </a:lvl8pPr>
            <a:lvl9pPr indent="-685769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199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2267428" y="13167364"/>
            <a:ext cx="10617000" cy="2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sz="5759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39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319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2267428" y="2926081"/>
            <a:ext cx="10617000" cy="10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50" spcFirstLastPara="1" rIns="91450" wrap="square" tIns="457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19"/>
              <a:buFont typeface="Calibri"/>
              <a:buNone/>
              <a:defRPr sz="1151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3994613" y="6319532"/>
            <a:ext cx="16665000" cy="311913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267428" y="13167364"/>
            <a:ext cx="10617000" cy="2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5759"/>
              <a:buNone/>
              <a:defRPr sz="5759"/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39"/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319"/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5pPr>
            <a:lvl6pPr indent="-228600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6pPr>
            <a:lvl7pPr indent="-228600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7pPr>
            <a:lvl8pPr indent="-228600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8pPr>
            <a:lvl9pPr indent="-228600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99"/>
              <a:buNone/>
              <a:defRPr sz="3599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2263141" y="2336810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sz="1583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534922" y="11412353"/>
            <a:ext cx="27848700" cy="28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34294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10079"/>
            </a:lvl1pPr>
            <a:lvl2pPr indent="-34294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8639"/>
            </a:lvl2pPr>
            <a:lvl3pPr indent="-34294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7199"/>
            </a:lvl3pPr>
            <a:lvl4pPr indent="-34294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4pPr>
            <a:lvl5pPr indent="-342939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5pPr>
            <a:lvl6pPr indent="-342939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6pPr>
            <a:lvl7pPr indent="-342939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7pPr>
            <a:lvl8pPr indent="-342939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8pPr>
            <a:lvl9pPr indent="-342939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508374" y="17385700"/>
            <a:ext cx="37195800" cy="70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sz="1583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5893489" y="10493350"/>
            <a:ext cx="37195800" cy="208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342940" lvl="0" marL="45720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10079"/>
            </a:lvl1pPr>
            <a:lvl2pPr indent="-34294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8639"/>
            </a:lvl2pPr>
            <a:lvl3pPr indent="-34294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7199"/>
            </a:lvl3pPr>
            <a:lvl4pPr indent="-34294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4pPr>
            <a:lvl5pPr indent="-342939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5pPr>
            <a:lvl6pPr indent="-342939" lvl="5" marL="2743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6pPr>
            <a:lvl7pPr indent="-342939" lvl="6" marL="3200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7pPr>
            <a:lvl8pPr indent="-342939" lvl="7" marL="3657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8pPr>
            <a:lvl9pPr indent="-342939" lvl="8" marL="4114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1"/>
              <a:buChar char="•"/>
              <a:defRPr sz="6479"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19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57"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algn="r">
              <a:spcBef>
                <a:spcPts val="0"/>
              </a:spcBef>
              <a:buNone/>
              <a:defRPr sz="4319"/>
            </a:lvl1pPr>
            <a:lvl2pPr indent="0" lvl="1" marL="0" algn="r">
              <a:spcBef>
                <a:spcPts val="0"/>
              </a:spcBef>
              <a:buNone/>
              <a:defRPr sz="4319"/>
            </a:lvl2pPr>
            <a:lvl3pPr indent="0" lvl="2" marL="0" algn="r">
              <a:spcBef>
                <a:spcPts val="0"/>
              </a:spcBef>
              <a:buNone/>
              <a:defRPr sz="4319"/>
            </a:lvl3pPr>
            <a:lvl4pPr indent="0" lvl="3" marL="0" algn="r">
              <a:spcBef>
                <a:spcPts val="0"/>
              </a:spcBef>
              <a:buNone/>
              <a:defRPr sz="4319"/>
            </a:lvl4pPr>
            <a:lvl5pPr indent="0" lvl="4" marL="0" algn="r">
              <a:spcBef>
                <a:spcPts val="0"/>
              </a:spcBef>
              <a:buNone/>
              <a:defRPr sz="4319"/>
            </a:lvl5pPr>
            <a:lvl6pPr indent="0" lvl="5" marL="0" algn="r">
              <a:spcBef>
                <a:spcPts val="0"/>
              </a:spcBef>
              <a:buNone/>
              <a:defRPr sz="4319"/>
            </a:lvl6pPr>
            <a:lvl7pPr indent="0" lvl="6" marL="0" algn="r">
              <a:spcBef>
                <a:spcPts val="0"/>
              </a:spcBef>
              <a:buNone/>
              <a:defRPr sz="4319"/>
            </a:lvl7pPr>
            <a:lvl8pPr indent="0" lvl="7" marL="0" algn="r">
              <a:spcBef>
                <a:spcPts val="0"/>
              </a:spcBef>
              <a:buNone/>
              <a:defRPr sz="4319"/>
            </a:lvl8pPr>
            <a:lvl9pPr indent="0" lvl="8" marL="0" algn="r">
              <a:spcBef>
                <a:spcPts val="0"/>
              </a:spcBef>
              <a:buNone/>
              <a:defRPr sz="431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263141" y="2336810"/>
            <a:ext cx="28392000" cy="84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39"/>
              <a:buFont typeface="Calibri"/>
              <a:buNone/>
              <a:defRPr b="0" i="0" sz="1583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263141" y="11684003"/>
            <a:ext cx="28392000" cy="27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50" spcFirstLastPara="1" rIns="91450" wrap="square" tIns="45725">
            <a:normAutofit/>
          </a:bodyPr>
          <a:lstStyle>
            <a:lvl1pPr indent="-868650" lvl="0" marL="457200" marR="0" rtl="0" algn="l">
              <a:lnSpc>
                <a:spcPct val="90000"/>
              </a:lnSpc>
              <a:spcBef>
                <a:spcPts val="3599"/>
              </a:spcBef>
              <a:spcAft>
                <a:spcPts val="0"/>
              </a:spcAft>
              <a:buClr>
                <a:schemeClr val="dk1"/>
              </a:buClr>
              <a:buSzPts val="10080"/>
              <a:buFont typeface="Arial"/>
              <a:buChar char="•"/>
              <a:defRPr b="0" i="0" sz="100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7177" lvl="1" marL="9144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639"/>
              <a:buFont typeface="Arial"/>
              <a:buChar char="•"/>
              <a:defRPr b="0" i="0" sz="86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85769" lvl="2" marL="13716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1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40033" lvl="3" marL="1828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79"/>
              <a:buFont typeface="Arial"/>
              <a:buChar char="•"/>
              <a:defRPr b="0" i="0" sz="64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40033" lvl="4" marL="22860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79"/>
              <a:buFont typeface="Arial"/>
              <a:buChar char="•"/>
              <a:defRPr b="0" i="0" sz="64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40033" lvl="5" marL="2743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79"/>
              <a:buFont typeface="Arial"/>
              <a:buChar char="•"/>
              <a:defRPr b="0" i="0" sz="64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40033" lvl="6" marL="32004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79"/>
              <a:buFont typeface="Arial"/>
              <a:buChar char="•"/>
              <a:defRPr b="0" i="0" sz="64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40033" lvl="7" marL="36576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79"/>
              <a:buFont typeface="Arial"/>
              <a:buChar char="•"/>
              <a:defRPr b="0" i="0" sz="64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40033" lvl="8" marL="4114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79"/>
              <a:buFont typeface="Arial"/>
              <a:buChar char="•"/>
              <a:defRPr b="0" i="0" sz="64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2263141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0904225" y="40680661"/>
            <a:ext cx="111099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248629" y="40680661"/>
            <a:ext cx="74067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91450" spcFirstLastPara="1" rIns="91450" wrap="square" tIns="457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31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2024-01-28T18:13:22Z</dcterms:created>
  <dc:creator>Rachel Hausman</dc:creator>
</cp:coreProperties>
</file>